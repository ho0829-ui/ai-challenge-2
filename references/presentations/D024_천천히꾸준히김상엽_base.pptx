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검증 정확도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F6-4499-AD23-72CCED28460E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F6-4499-AD23-72CCED28460E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F6-4499-AD23-72CCED28460E}"/>
              </c:ext>
            </c:extLst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F6-4499-AD23-72CCED28460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8B · 256토큰</c:v>
                </c:pt>
                <c:pt idx="1">
                  <c:v>4B · 640토큰</c:v>
                </c:pt>
                <c:pt idx="2">
                  <c:v>4B · 1280토큰</c:v>
                </c:pt>
                <c:pt idx="3">
                  <c:v>8B · 768토큰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</c:v>
                </c:pt>
                <c:pt idx="1">
                  <c:v>0.94499999999999995</c:v>
                </c:pt>
                <c:pt idx="2">
                  <c:v>0.95</c:v>
                </c:pt>
                <c:pt idx="3">
                  <c:v>0.95499999999999996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F6-4499-AD23-72CCED2846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7"/>
          <c:min val="0.9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86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 발표. 핵심 아이디어 3개와 이번에 바꾼 것 5개를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 대신 logit 채점. 형식 오류가 없고 빠르며 학습 손실과 추론 기준이 일치합니다. 이미지를 읽는 능력은 사전학습으로 충분하므로 비전 타워는 동결했습니다. 보조 8B 모델은 36개 층 중 위쪽 8개 층에만 LoRA 를 걸어 학습 비용을 더 줄였습니다.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코드에서 얻은 실측 비교입니다. 이 데이터셋은 OCR 성격이 강해 해상도가 크게 작용합니다.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앙상블의 이득은 두 모델이 서로 다르게 틀릴 때 나옵니다. 그래서 크기와 해상도를 모두 다르게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효과가 컸던 것은 dev 라벨 복구로 학습 데이터를 34% 늘린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0.955 는 단일 모델 최고, 0.9604 는 두 모델 앙상블입니다. 이전 리더보드 최고는 0.90, 4B 640토큰 버전은 0.94 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이미지 VQA · 4지선다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Qwen3-VL +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LoRA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미세조정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(Qwen3-VL-8B) +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900" dirty="0">
                <a:solidFill>
                  <a:srgbClr val="DC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E9F2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앙상블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5852160"/>
            <a:ext cx="11029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꾸준히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김상엽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최재호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김상엽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이혜영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정진혁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최준혁                       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                             SSAFY AI 챌린지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① </a:t>
            </a:r>
            <a:r>
              <a:rPr lang="ko-KR" altLang="en-US" sz="3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학습보다 추론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/>
              <a:t>더 많은 학습보다 이미지를 파악해서 정답 고르기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0" cy="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5720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/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69164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+ 질문 + 보기 4개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862072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3118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980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3009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Qwen3-VL 4B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8B (</a:t>
            </a:r>
            <a:r>
              <a:rPr lang="en-US" sz="1300" dirty="0" err="1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LoRA</a:t>
            </a: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032504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4288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151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4714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토큰 자리의 a/b/c/d logit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5202936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5458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321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5641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확률 → 최댓값 선택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1737360"/>
            <a:ext cx="5394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생성시키지 않는다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글자 한 개의 확률만 읽으므로 파싱 실패·형식 오류가 없다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손실도 같은 기준(4지 교차 엔트로피)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학습과 추론이 같은 것을 최적화한다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1회 = 순전파 1회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6,738문항을 15분 내에 채점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AF3F8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학습은 필요한 곳에만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491947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타워 동결 · 언어 모델 선형층에만 LoRA(r=32) → 전체의 약 1%만 학습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8B 는 36개 층 중 위쪽 8개 층만 학습해 역전파 비용을 더 줄임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② 해상도가 모델 크기보다 중요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간판·메뉴판 글자를 읽어야 하는 문제가 많다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73736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965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파라미터를 절반으로 줄이고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2.5배 올린 쪽이 이겼다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8B·256 → 4B·640 : +1.5%p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931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토큰 1개 = 32×32 픽셀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1280토큰 ≈ 1024×1024 해상도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 세기 문제는 더 크게 입력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③ 서로 다르게 틀리는 두 모델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모델을 두 번 돌리는 것은 앙상블이 아니다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다르게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963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4B와 8B. 틀리는 유형이 갈린다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다르게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963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1280과 768. 보는 것이 달라진다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7490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순서 TTA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4622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 2회 평균으로 위치 편향 제거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8FB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자동 선택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622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600문항으로 섞는 비율 결정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최고 0.955 → 앙상블 0.9604 (검증 600문항, +3문항) · 확률 대신 log 확률로 섞어 과신에 덜 끌려간다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수정사항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베이스라인에서 바꾼 다섯 가지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73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1673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02536"/>
            <a:ext cx="108356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6,114행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67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dev 2,097행 = 8,211행 (+34%)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916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 라벨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916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16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9169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answer1~5 다수결, 합의 낮은 행은 폐기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02152"/>
            <a:ext cx="108356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66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해상도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/ 256 토큰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667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6667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1280 / 768 토큰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16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앙상블 결합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416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50:50 고정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416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4416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 확률 + 온도 보정, 비율 자동 탐색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001768"/>
            <a:ext cx="10835640" cy="676656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166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5060 Ti 16GB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166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5166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코랩 96GB · 리사이즈 캐시로 대기 제거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검증셋은 사진 단위(md5)로 분리 — 같은 사진이 학습과 검증에 함께 들어가지 않게 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2E3A7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606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베이스라인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Qwen2.5-VL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33088" y="31546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80560" y="23774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2E3A7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606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모델 최고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8B · 768토큰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31546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606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0.9604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 앙상블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8B·768 + 4B·1280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6675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섞는 비율은 검증 600문항이 결정 — log 확률 + 온도 보정 후 탐색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단계: 같은 LoRA를 다른 해상도로 재추론해 세 번째 뷰 추가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682371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0.90 = 리더보드 점수 (이전 최고) / 0.955 · 0.9604 = 검증 600문항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602</Words>
  <Application>Microsoft Office PowerPoint</Application>
  <PresentationFormat>와이드스크린</PresentationFormat>
  <Paragraphs>103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SSAFY</cp:lastModifiedBy>
  <cp:revision>5</cp:revision>
  <dcterms:created xsi:type="dcterms:W3CDTF">2026-09-23T06:12:43Z</dcterms:created>
  <dcterms:modified xsi:type="dcterms:W3CDTF">2026-09-23T06:45:17Z</dcterms:modified>
</cp:coreProperties>
</file>